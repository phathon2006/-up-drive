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1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40580"/>
            <a:ext cx="9144000" cy="502920"/>
          </a:xfrm>
          <a:prstGeom prst="rect">
            <a:avLst/>
          </a:prstGeom>
          <a:solidFill>
            <a:srgbClr val="401681"/>
          </a:solidFill>
          <a:ln w="12700">
            <a:solidFill>
              <a:srgbClr val="4016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59436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943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2A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โครงงานระบบสารสนเทศ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8138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spc="100" kern="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02920" y="2377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EDE9F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ระบบแชร์ค่าเดินทางสำหรับนักศึกษา มหาวิทยาลัยพะเยา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📍 GPS     🗺️ แผนที่     🚗 Driver     ⚡ Realtime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46863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https://up-drive.vercel.app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😣  ปัญหาที่พบ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" y="1289304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289304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3272" y="1207008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นักศึกษาเดินทางเข้า–ออกมหาวิทยาลัย/หอพักทุกวัน ถ้าไปคนเดียวค่าเดินทางสูง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773936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" y="1856232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856232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33272" y="1773936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หาคนร่วมทางยาก ต้องนัดกันเองผ่าน LINE/Facebook ไม่มีระบบช่วยจับคู่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340864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" y="2423160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423160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3272" y="2340864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ไม่มีข้อมูลพิกัดและเส้นทาง ทำให้นัดรับ–ส่งคลาดเคลื่อน เสียเวลา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2920" y="2907792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" y="2990088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299008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3272" y="2907792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คนขับไม่มีช่องทางรับงานอย่างเป็นระบบ มองไม่เห็นงานที่รออยู่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02920" y="3474720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" y="3557016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" y="3557016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33272" y="3474720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รถวิ่งไม่เต็มคัน → ต้นทุนต่อคนสูง จราจรและมลพิษเพิ่มขึ้น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👥  ผู้ใช้ระบบ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30936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ผู้โดยสาร (Passenger)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นักศึกษา ม.พะเยา ที่ต้องการเดินทาง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อยากแชร์ค่าคันรถให้ถูกลง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หาคนร่วมทางเส้นทางเดียวกัน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ปักหมุดจุดรับ–ส่งบนแผนที่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00984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00984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92424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🚗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คนขับ (Driver)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02152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นักศึกษาที่มีรถและว่างรับงาน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แชร์ค่าเชื้อเพลิง / มีรายได้เสริม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ดูงานว่างและกดรับงาน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ส่งตำแหน่ง GPS แบบ Realtime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9048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99048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0488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🛠️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27064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 (Admin)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0216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จัดการฐานข้อมูลและความปลอดภัย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ดูแลโครงสร้างตาราง (schema)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Trigger / Function / Procedure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🔄  การทำงานของระบบ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0936" y="15453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" y="15453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69848" y="150876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สมัคร / เข้าสู่ระบบ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87752" y="141732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15768" y="15453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15453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54680" y="150876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ประกาศเส้นทาง + ปักหมุด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72584" y="141732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15453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5453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39512" y="150876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จับคู่กลุ่มอัตโนมัติ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57416" y="141732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85432" y="15453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85432" y="15453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24344" y="150876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ยืนยันสมาชิก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60604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" y="273405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269748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ส่งงานให้คนขับ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587752" y="260604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15768" y="273405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15768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54680" y="269748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คนขับรับงาน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72584" y="260604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00600" y="273405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239512" y="269748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ติดตาม Realtime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757416" y="2606040"/>
            <a:ext cx="188366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885432" y="273405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85432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24344" y="2697480"/>
            <a:ext cx="120700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เสร็จสิ้น + ประวัติ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✨  ฟีเจอร์ — ผู้โดยสาร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" y="1289304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289304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3272" y="1207008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สมัคร/เข้าสู่ระบบด้วย Supabase Auth แยกบทบาทผู้ใช้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90987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" y="1773283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773283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33272" y="1690987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ประกาศความต้องการเดินทาง: ต้นทาง–ปลายทาง + รายละเอียด + ปักหมุด GPS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174966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" y="2257262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257262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3272" y="2174966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กำหนดจำนวนผู้โดยสารเป้าหมายของกลุ่ม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2920" y="2658945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" y="2741241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2741241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3272" y="2658945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จับคู่กลุ่มอัตโนมัติ (find_candidate_groups) รวมคนที่ไปทางเดียวกัน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02920" y="3142923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" y="3225219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" y="3225219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33272" y="3142923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จัดการกลุ่มเดินทาง: ดูสมาชิก / ยืนยัน / ยกเลิก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3626902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" y="3709198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3709198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3272" y="3626902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แผนที่ + เส้นทางจริง (OSRM) พร้อมระยะทางและเวลา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02920" y="4110881"/>
            <a:ext cx="8138160" cy="410827"/>
          </a:xfrm>
          <a:prstGeom prst="roundRect">
            <a:avLst>
              <a:gd name="adj" fmla="val 178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" y="4193177"/>
            <a:ext cx="310896" cy="246235"/>
          </a:xfrm>
          <a:prstGeom prst="roundRect">
            <a:avLst>
              <a:gd name="adj" fmla="val 1856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193177"/>
            <a:ext cx="310896" cy="2462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33272" y="4110881"/>
            <a:ext cx="7452360" cy="410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ติดตามสถานะแบบ Realtime และดูประวัติการเดินทาง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✨  ฟีเจอร์ — คนขับ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" y="1289304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289304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3272" y="1207008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Driver Dashboard แสดงงานที่รอรับ (jobs)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773936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" y="1856232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856232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33272" y="1773936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ดูรายละเอียดงานและเส้นทางบนแผนที่ พร้อมจุดรับ–ส่ง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340864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" y="2423160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423160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3272" y="2340864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กดรับงาน → สถานะเปลี่ยนเป็น accepted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2920" y="2907792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" y="2990088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299008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3272" y="2907792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ส่งตำแหน่ง GPS แบบ Realtime (driver_locations)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02920" y="3474720"/>
            <a:ext cx="81381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" y="3557016"/>
            <a:ext cx="310896" cy="329184"/>
          </a:xfrm>
          <a:prstGeom prst="roundRect">
            <a:avLst>
              <a:gd name="adj" fmla="val 1470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" y="3557016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33272" y="3474720"/>
            <a:ext cx="7452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ดูประวัติงานที่เคยรับ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🧩  เทคโนโลยีและฐานข้อมูล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30936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HTML / CSS / JavaScript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Leaflet (แผนที่)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Responsive ใช้บนมือถือ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00984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00984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92424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⚙️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Backend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02152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Node.js + Express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REST API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ตรวจสอบสิทธิ์ด้วย Supabase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9048" y="1325880"/>
            <a:ext cx="2542032" cy="294894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99048" y="1325880"/>
            <a:ext cx="2542032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0488" y="150876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🗄️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27064" y="2194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0216" y="2743200"/>
            <a:ext cx="2139696" cy="13944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Supabase (PostgreSQL)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ตาราง + ride_group_events</a:t>
            </a:r>
            <a:endParaRPr lang="en-US" sz="12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Auth + Realtime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3662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Trigger 3 · SQL Function 4 · Stored Procedure 3 · deploy แล้วบน Vercel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138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🎯  สรุปและจุดเด่น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1051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1842516" cy="25374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45920"/>
            <a:ext cx="1842516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1842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12648" y="25603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ลดค่าใช้จ่าย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" y="3108960"/>
            <a:ext cx="1586484" cy="937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แชร์ค่ารถร่วมกันต่อเที่ยว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01468" y="1645920"/>
            <a:ext cx="1842516" cy="25374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1468" y="1645920"/>
            <a:ext cx="1842516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1468" y="1874520"/>
            <a:ext cx="1842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711196" y="25603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จับคู่อัตโนมัติ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29484" y="3108960"/>
            <a:ext cx="1586484" cy="937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ไม่ต้องนัดกันเองเหมือนเดิม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0016" y="1645920"/>
            <a:ext cx="1842516" cy="25374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0016" y="1645920"/>
            <a:ext cx="1842516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0016" y="1874520"/>
            <a:ext cx="1842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809744" y="25603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ใช้งานง่าย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28032" y="3108960"/>
            <a:ext cx="1586484" cy="937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แผนที่ + GPS + Realtime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98564" y="1645920"/>
            <a:ext cx="1842516" cy="25374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9CA3AF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98564" y="1645920"/>
            <a:ext cx="1842516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8564" y="1874520"/>
            <a:ext cx="1842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908292" y="25603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168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พร้อมใช้งานจริง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26580" y="3108960"/>
            <a:ext cx="1586484" cy="937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แล้วบน Vercel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427482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1B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https://up-drive.vercel.app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 Drive · ระบบแชร์ค่าเดินทางสำหรับนักศึกษา มหาวิทยาลัยพะเยา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909560" y="47594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University of Phayao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 Drive — ปัญหา ผู้ใช้ ฟีเจอร์</dc:title>
  <dc:subject>PptxGenJS Presentation</dc:subject>
  <dc:creator>UP Drive</dc:creator>
  <cp:lastModifiedBy>UP Drive</cp:lastModifiedBy>
  <cp:revision>1</cp:revision>
  <dcterms:created xsi:type="dcterms:W3CDTF">2026-10-12T13:04:45Z</dcterms:created>
  <dcterms:modified xsi:type="dcterms:W3CDTF">2026-10-12T13:04:45Z</dcterms:modified>
</cp:coreProperties>
</file>